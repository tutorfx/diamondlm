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958C0-472E-4B88-9A5C-B127B51EC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E0BD0C-0B1A-B8C4-E890-260C4E6C6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BB7E1-7CE5-0C7C-890B-FC8E27C5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E20AC8-8E32-ED7A-FADE-60A8019D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8D0AC0-E074-086F-211E-F2D77D9B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4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E680A-8AB7-26CE-DC4A-274F4ACB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0EFDD-9EAD-4ED6-6061-D488B279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70D214-8EF5-F40A-5775-A0F14B76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B27A69-BAE2-09CC-80F1-B3777158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B3AD37-89E3-700B-1137-266D58FE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01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59F24-6536-B151-56FC-263CB8EA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B92759-94D6-699C-9EC1-2F8156C87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7267D8-1363-3969-AB2B-0806EAD5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859AF1-CC15-7D95-9CBF-C8819B17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B7B2D1-E6A5-DD07-066B-1278B9C2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910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99919-736D-0BCE-BF40-CCD61EDD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85422E-6CB8-9936-CD79-40DF4BA6E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90B776-1967-2A99-C024-85A470405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FC14C0-74AB-59AD-55F4-10355D0F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CF5323-1587-8471-65DF-69DB5D3E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5D7C68-A424-28B7-D71B-2DB5CE58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45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A7911-522A-0286-B73E-2F9BDE1A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130A00-FAD0-10A1-4050-E6B5E0AF9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5E83F3-7062-72C3-EC17-130C6AFA7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B750EA9-B753-0AB7-0B40-8B4370A18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66FD34-DD56-E6B4-3231-CD53AACAE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D10B59-7C52-2D8D-7A12-757C3283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6D6366-15D9-E11E-B73A-D51302D2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A5FB44-8602-3072-A65D-F2B389F3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34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AF396-FA5A-371C-F5E0-78D6C37A9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CFA368-C6D2-23E7-BEC7-D436D44A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BDB6B8-1D1C-7DBA-8EDF-1ED7FA83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5841F8-ED79-A48F-4549-D1123CDB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19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C983B7-C589-2AEE-F285-27E4CE3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71B43A-93C5-F574-6CCD-3F395EC0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F25891-73FE-E64F-00BC-C0D44DFE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71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E1F48-BFDA-DCF8-37D2-481394C1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863861-9983-0F12-DBF1-75B15DD72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E23FDF-EAE0-7A7F-8729-0631F339B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D82DC7-F7A7-0D2A-2BCE-50C246DA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23B9B9-E9EE-132A-6199-2F000BAF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C4CCD7-7295-9CDC-C435-3EA3C837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52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8A3FC-D6D3-E895-82D7-5F497B9C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86CEC7-5AD1-017D-0377-2DD493B87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EF9436-28FE-D90E-6FB2-EE0AD8FC6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F81585-5098-811E-AA25-15673DA17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B35E12-2050-E851-B2BB-6164A3652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AECDE9-9EDE-85EA-E698-93A1ED38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38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67AA1-4DC4-27B9-8C1F-4AF04970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5D6A3F-4434-85D3-A52D-B27525D14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CC7517-B206-47F2-B58D-0ABB5B51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C4309B-7914-EC5C-D1A4-026C74A9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65140D-9766-F9E9-2085-27A10108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50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3D8911-E9C1-A7DC-1646-CF4907E71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1CD5EC-B5EC-E705-0C01-E05A51AF9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F61BE6-E55D-E91F-5C06-F4418FF6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615F9-503F-C762-486C-90B00044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B52BFE-8A78-F5BD-A4AA-BD237C2F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20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07BB8D-13F7-39E3-820F-1D38FB97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2E70C4-1670-C076-B5E7-4A9F8F7A3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274C10-D1F2-1AAF-1B6F-325B8424A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8A0D2-1C76-416D-89D1-4BE894652C2F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07BE5-6C3B-394C-CDBF-B56944212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8F57C2-E3D3-C064-077E-549AE5C4E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9DD25-8541-4450-A083-008DBDD780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92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913F2-A786-216E-F4E6-A192A2ADB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D3777-638A-EF8F-4557-06459F5121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3066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Mota Santana</dc:creator>
  <cp:lastModifiedBy>Raphael Mota Santana</cp:lastModifiedBy>
  <cp:revision>1</cp:revision>
  <dcterms:created xsi:type="dcterms:W3CDTF">2025-12-02T12:13:03Z</dcterms:created>
  <dcterms:modified xsi:type="dcterms:W3CDTF">2025-12-02T12:13:31Z</dcterms:modified>
</cp:coreProperties>
</file>